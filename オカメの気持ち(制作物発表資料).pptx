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0" r:id="rId5"/>
    <p:sldId id="263" r:id="rId6"/>
    <p:sldId id="268" r:id="rId7"/>
    <p:sldId id="264" r:id="rId8"/>
    <p:sldId id="265" r:id="rId9"/>
    <p:sldId id="266" r:id="rId10"/>
    <p:sldId id="258" r:id="rId11"/>
    <p:sldId id="267" r:id="rId12"/>
    <p:sldId id="25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20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オカメ</a:t>
            </a:r>
            <a:r>
              <a:rPr lang="ja-JP" altLang="en-US" dirty="0"/>
              <a:t>の</a:t>
            </a:r>
            <a:r>
              <a:rPr dirty="0" err="1"/>
              <a:t>気持ち</a:t>
            </a:r>
            <a:endParaRPr dirty="0"/>
          </a:p>
          <a:p>
            <a:r>
              <a:rPr sz="3100" dirty="0"/>
              <a:t>（</a:t>
            </a:r>
            <a:r>
              <a:rPr sz="3100" dirty="0" err="1"/>
              <a:t>オカメインコのさし餌自立管理システム</a:t>
            </a:r>
            <a:r>
              <a:rPr sz="3100" dirty="0"/>
              <a:t>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個人制作 発表資料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コンセプト（要件定義）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562"/>
            <a:ext cx="9228338" cy="5257800"/>
          </a:xfrm>
        </p:spPr>
        <p:txBody>
          <a:bodyPr wrap="square">
            <a:normAutofit fontScale="62500" lnSpcReduction="20000"/>
          </a:bodyPr>
          <a:lstStyle/>
          <a:p>
            <a:endParaRPr dirty="0"/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● </a:t>
            </a:r>
            <a:r>
              <a:rPr dirty="0" err="1"/>
              <a:t>背景・目的</a:t>
            </a:r>
            <a:endParaRPr dirty="0"/>
          </a:p>
          <a:p>
            <a:pPr marL="0" indent="0">
              <a:spcAft>
                <a:spcPts val="400"/>
              </a:spcAft>
              <a:buNone/>
            </a:pPr>
            <a:r>
              <a:rPr lang="ja-JP" altLang="en-US" dirty="0"/>
              <a:t>自身がオカメインコを飼っている為、実際に苦労した経験から、制作に至りました。</a:t>
            </a:r>
            <a:endParaRPr lang="en-US" altLang="ja-JP" dirty="0"/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オカメインコのヒナは、生後90日ほどで</a:t>
            </a:r>
            <a:r>
              <a:rPr lang="ja-JP" altLang="en-US" dirty="0"/>
              <a:t>「</a:t>
            </a:r>
            <a:r>
              <a:rPr dirty="0" err="1"/>
              <a:t>さし餌</a:t>
            </a:r>
            <a:r>
              <a:rPr lang="ja-JP" altLang="en-US" dirty="0"/>
              <a:t>」から、その回数を徐々に減らし「自力摂食」</a:t>
            </a:r>
            <a:r>
              <a:rPr dirty="0" err="1"/>
              <a:t>へと移行</a:t>
            </a:r>
            <a:r>
              <a:rPr lang="ja-JP" altLang="en-US" dirty="0"/>
              <a:t>させます</a:t>
            </a:r>
            <a:r>
              <a:rPr dirty="0"/>
              <a:t>。</a:t>
            </a:r>
            <a:endParaRPr lang="en-US" dirty="0"/>
          </a:p>
          <a:p>
            <a:pPr marL="0" indent="0">
              <a:spcAft>
                <a:spcPts val="400"/>
              </a:spcAft>
              <a:buNone/>
            </a:pPr>
            <a:endParaRPr dirty="0"/>
          </a:p>
          <a:p>
            <a:pPr marL="0" indent="0">
              <a:spcAft>
                <a:spcPts val="400"/>
              </a:spcAft>
              <a:buNone/>
            </a:pPr>
            <a:r>
              <a:rPr lang="ja-JP" altLang="en-US" dirty="0"/>
              <a:t>さし餌の減少をするか否かの</a:t>
            </a:r>
            <a:r>
              <a:rPr dirty="0" err="1"/>
              <a:t>見極めや体重管理は、手間がかかりミスも起こりやすいです</a:t>
            </a:r>
            <a:r>
              <a:rPr dirty="0"/>
              <a:t>。</a:t>
            </a:r>
            <a:r>
              <a:rPr lang="ja-JP" altLang="en-US" dirty="0"/>
              <a:t>ここをどうにかできないかと考えました。</a:t>
            </a:r>
            <a:endParaRPr dirty="0"/>
          </a:p>
          <a:p>
            <a:pPr>
              <a:spcAft>
                <a:spcPts val="400"/>
              </a:spcAft>
            </a:pPr>
            <a:endParaRPr dirty="0"/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● </a:t>
            </a:r>
            <a:r>
              <a:rPr dirty="0" err="1"/>
              <a:t>解決したい課題</a:t>
            </a:r>
            <a:endParaRPr dirty="0"/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-</a:t>
            </a:r>
            <a:r>
              <a:rPr lang="ja-JP" altLang="en-US" dirty="0"/>
              <a:t>さし餌の減少をさせるか否か</a:t>
            </a:r>
            <a:r>
              <a:rPr dirty="0"/>
              <a:t>の</a:t>
            </a:r>
            <a:r>
              <a:rPr lang="ja-JP" altLang="en-US" dirty="0"/>
              <a:t>判断を</a:t>
            </a:r>
            <a:r>
              <a:rPr dirty="0" err="1"/>
              <a:t>自動化（さし餌回数の提案</a:t>
            </a:r>
            <a:r>
              <a:rPr dirty="0"/>
              <a:t>）</a:t>
            </a:r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- </a:t>
            </a:r>
            <a:r>
              <a:rPr dirty="0" err="1"/>
              <a:t>傾向の可視化</a:t>
            </a:r>
            <a:r>
              <a:rPr dirty="0"/>
              <a:t>（</a:t>
            </a:r>
            <a:r>
              <a:rPr lang="ja-JP" altLang="en-US" dirty="0"/>
              <a:t>体重・</a:t>
            </a:r>
            <a:r>
              <a:rPr dirty="0" err="1"/>
              <a:t>平均</a:t>
            </a:r>
            <a:r>
              <a:rPr lang="ja-JP" altLang="en-US" dirty="0"/>
              <a:t>体重等の推移</a:t>
            </a:r>
            <a:r>
              <a:rPr dirty="0"/>
              <a:t>）</a:t>
            </a:r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- </a:t>
            </a:r>
            <a:r>
              <a:rPr dirty="0" err="1"/>
              <a:t>危険回避（急激な体重減少へのアラート</a:t>
            </a:r>
            <a:r>
              <a:rPr dirty="0"/>
              <a:t>）</a:t>
            </a:r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- </a:t>
            </a:r>
            <a:r>
              <a:rPr dirty="0" err="1"/>
              <a:t>直感的なUI（Excelによる視覚化</a:t>
            </a:r>
            <a:r>
              <a:rPr dirty="0"/>
              <a:t>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さし餌とは？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6138"/>
            <a:ext cx="8229600" cy="4525963"/>
          </a:xfrm>
        </p:spPr>
        <p:txBody>
          <a:bodyPr wrap="square"/>
          <a:lstStyle/>
          <a:p>
            <a:endParaRPr dirty="0"/>
          </a:p>
          <a:p>
            <a:pPr marL="0" indent="0">
              <a:spcAft>
                <a:spcPts val="400"/>
              </a:spcAft>
              <a:buNone/>
            </a:pPr>
            <a:r>
              <a:rPr sz="2800" dirty="0"/>
              <a:t>・</a:t>
            </a:r>
            <a:r>
              <a:rPr sz="2800" dirty="0" err="1"/>
              <a:t>シリンジなどで</a:t>
            </a:r>
            <a:endParaRPr lang="en-US" sz="2800" dirty="0"/>
          </a:p>
          <a:p>
            <a:pPr marL="0" indent="0">
              <a:spcAft>
                <a:spcPts val="400"/>
              </a:spcAft>
              <a:buNone/>
            </a:pPr>
            <a:r>
              <a:rPr sz="2800" dirty="0" err="1"/>
              <a:t>ドロドロ状の流動食を</a:t>
            </a:r>
            <a:endParaRPr lang="en-US" sz="2800" dirty="0"/>
          </a:p>
          <a:p>
            <a:pPr marL="0" indent="0">
              <a:spcAft>
                <a:spcPts val="400"/>
              </a:spcAft>
              <a:buNone/>
            </a:pPr>
            <a:r>
              <a:rPr sz="2800" dirty="0" err="1"/>
              <a:t>与える方法</a:t>
            </a:r>
            <a:r>
              <a:rPr sz="2800" dirty="0"/>
              <a:t>。</a:t>
            </a:r>
          </a:p>
          <a:p>
            <a:pPr marL="0" indent="0">
              <a:spcAft>
                <a:spcPts val="400"/>
              </a:spcAft>
              <a:buNone/>
            </a:pPr>
            <a:r>
              <a:rPr sz="2800" dirty="0"/>
              <a:t>・</a:t>
            </a:r>
            <a:r>
              <a:rPr sz="2800" dirty="0" err="1"/>
              <a:t>自然界では親鳥が</a:t>
            </a:r>
            <a:endParaRPr lang="en-US" sz="2800" dirty="0"/>
          </a:p>
          <a:p>
            <a:pPr marL="0" indent="0">
              <a:spcAft>
                <a:spcPts val="400"/>
              </a:spcAft>
              <a:buNone/>
            </a:pPr>
            <a:r>
              <a:rPr sz="2800" dirty="0" err="1"/>
              <a:t>口移しで行う給餌を人が</a:t>
            </a:r>
            <a:endParaRPr lang="en-US" sz="2800" dirty="0"/>
          </a:p>
          <a:p>
            <a:pPr marL="0" indent="0">
              <a:spcAft>
                <a:spcPts val="400"/>
              </a:spcAft>
              <a:buNone/>
            </a:pPr>
            <a:r>
              <a:rPr sz="2800" dirty="0" err="1"/>
              <a:t>代行するものです</a:t>
            </a:r>
            <a:r>
              <a:rPr sz="2800" dirty="0"/>
              <a:t>。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8DC7C24-9DA4-2307-CC41-68BC8CDDA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912" y="1353844"/>
            <a:ext cx="3923023" cy="52295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オカメインコの成長とさし餌管理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dirty="0"/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・孵化してから約40日間は1日3回のさし餌が必要です。</a:t>
            </a:r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・</a:t>
            </a:r>
            <a:r>
              <a:rPr dirty="0" err="1"/>
              <a:t>その後は自力</a:t>
            </a:r>
            <a:r>
              <a:rPr lang="ja-JP" altLang="en-US" dirty="0"/>
              <a:t>摂食</a:t>
            </a:r>
            <a:r>
              <a:rPr dirty="0"/>
              <a:t>（</a:t>
            </a:r>
            <a:r>
              <a:rPr dirty="0" err="1"/>
              <a:t>自立）へ向けて、さし餌回数を段階的に減らします</a:t>
            </a:r>
            <a:r>
              <a:rPr dirty="0"/>
              <a:t>。</a:t>
            </a:r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・</a:t>
            </a:r>
            <a:r>
              <a:rPr lang="ja-JP" altLang="en-US" dirty="0"/>
              <a:t>減少させたさし餌に置き換える形で、</a:t>
            </a:r>
            <a:r>
              <a:rPr dirty="0" err="1"/>
              <a:t>ペレット</a:t>
            </a:r>
            <a:r>
              <a:rPr lang="ja-JP" altLang="en-US" dirty="0"/>
              <a:t>（固形餌）</a:t>
            </a:r>
            <a:r>
              <a:rPr dirty="0" err="1"/>
              <a:t>やシード</a:t>
            </a:r>
            <a:r>
              <a:rPr lang="ja-JP" altLang="en-US" dirty="0"/>
              <a:t>（種子）</a:t>
            </a:r>
            <a:r>
              <a:rPr dirty="0" err="1"/>
              <a:t>などを少量ずつ導入し自分で食べる習慣を育てます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このプログラムの役割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・</a:t>
            </a:r>
            <a:r>
              <a:rPr dirty="0" err="1"/>
              <a:t>ヒナの体重を日々記録するだけで</a:t>
            </a:r>
            <a:r>
              <a:rPr dirty="0"/>
              <a:t>、</a:t>
            </a:r>
            <a:r>
              <a:rPr lang="ja-JP" altLang="en-US" dirty="0"/>
              <a:t>さし餌を</a:t>
            </a:r>
            <a:r>
              <a:rPr dirty="0" err="1"/>
              <a:t>減らすべきかを自動判定</a:t>
            </a:r>
            <a:r>
              <a:rPr dirty="0"/>
              <a:t>。</a:t>
            </a:r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・</a:t>
            </a:r>
            <a:r>
              <a:rPr dirty="0" err="1"/>
              <a:t>飼い主の判断をサポートし、育成の不安や負担を軽減</a:t>
            </a:r>
            <a:r>
              <a:rPr dirty="0"/>
              <a:t>。</a:t>
            </a:r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・</a:t>
            </a:r>
            <a:r>
              <a:rPr dirty="0" err="1"/>
              <a:t>健康でスムーズな自立を支援することを目的としたExcel連携ツール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処理の流れ（Excel→Python→Excel）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307306" y="1813566"/>
            <a:ext cx="2028548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err="1"/>
              <a:t>Excelシート</a:t>
            </a:r>
            <a:endParaRPr dirty="0"/>
          </a:p>
          <a:p>
            <a:r>
              <a:rPr dirty="0"/>
              <a:t>（</a:t>
            </a:r>
            <a:r>
              <a:rPr dirty="0" err="1"/>
              <a:t>ボタンを押す</a:t>
            </a:r>
            <a:r>
              <a:rPr dirty="0"/>
              <a:t>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331606" y="1784412"/>
            <a:ext cx="2028548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err="1"/>
              <a:t>VBAマクロ</a:t>
            </a:r>
            <a:r>
              <a:rPr lang="ja-JP" altLang="en-US" dirty="0"/>
              <a:t>減少させたさし餌</a:t>
            </a:r>
            <a:endParaRPr dirty="0"/>
          </a:p>
          <a:p>
            <a:r>
              <a:rPr dirty="0"/>
              <a:t>（</a:t>
            </a:r>
            <a:r>
              <a:rPr dirty="0" err="1"/>
              <a:t>Pythonを起動</a:t>
            </a:r>
            <a:r>
              <a:rPr dirty="0"/>
              <a:t>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1606" y="3900620"/>
            <a:ext cx="2028548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Python (okame.py)</a:t>
            </a:r>
          </a:p>
          <a:p>
            <a:r>
              <a:rPr dirty="0" err="1"/>
              <a:t>データ処理＆判定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3023695" y="3852330"/>
            <a:ext cx="2273327" cy="119385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err="1"/>
              <a:t>Excelに反映</a:t>
            </a:r>
            <a:endParaRPr dirty="0"/>
          </a:p>
          <a:p>
            <a:r>
              <a:rPr dirty="0"/>
              <a:t>（</a:t>
            </a:r>
            <a:r>
              <a:rPr dirty="0" err="1"/>
              <a:t>判定・備考・色付け</a:t>
            </a:r>
            <a:r>
              <a:rPr dirty="0"/>
              <a:t>）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F8E78DF0-3F2C-BF7A-0F0B-5D3217CBCEB2}"/>
              </a:ext>
            </a:extLst>
          </p:cNvPr>
          <p:cNvSpPr/>
          <p:nvPr/>
        </p:nvSpPr>
        <p:spPr>
          <a:xfrm>
            <a:off x="5360724" y="2259767"/>
            <a:ext cx="946012" cy="195307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B3893BA6-2578-1E9A-7D1B-E0CCB05FBF66}"/>
              </a:ext>
            </a:extLst>
          </p:cNvPr>
          <p:cNvSpPr/>
          <p:nvPr/>
        </p:nvSpPr>
        <p:spPr>
          <a:xfrm>
            <a:off x="2411034" y="2221837"/>
            <a:ext cx="846531" cy="195309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1E714E05-81CA-CF51-7861-66DF616085DC}"/>
              </a:ext>
            </a:extLst>
          </p:cNvPr>
          <p:cNvSpPr/>
          <p:nvPr/>
        </p:nvSpPr>
        <p:spPr>
          <a:xfrm rot="5400000">
            <a:off x="6885051" y="3305015"/>
            <a:ext cx="921656" cy="197239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CC682B5-9F08-BE8F-1582-53B83113710A}"/>
              </a:ext>
            </a:extLst>
          </p:cNvPr>
          <p:cNvSpPr/>
          <p:nvPr/>
        </p:nvSpPr>
        <p:spPr>
          <a:xfrm>
            <a:off x="457200" y="1813566"/>
            <a:ext cx="1922016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/>
              <a:t>Excel</a:t>
            </a:r>
            <a:r>
              <a:rPr lang="ja-JP" altLang="en-US" dirty="0"/>
              <a:t>シートに必要な情報を入力</a:t>
            </a:r>
            <a:endParaRPr dirty="0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447F5F7B-9778-9660-AF51-5BD35AE98A72}"/>
              </a:ext>
            </a:extLst>
          </p:cNvPr>
          <p:cNvSpPr/>
          <p:nvPr/>
        </p:nvSpPr>
        <p:spPr>
          <a:xfrm rot="10800000">
            <a:off x="5335854" y="4301362"/>
            <a:ext cx="946013" cy="195310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さし餌切り替えの条件：3回→2回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dirty="0"/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・生後41日を過ぎていること</a:t>
            </a:r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・3日平均が</a:t>
            </a:r>
            <a:r>
              <a:rPr lang="ja-JP" altLang="en-US" dirty="0"/>
              <a:t>「</a:t>
            </a:r>
            <a:r>
              <a:rPr dirty="0"/>
              <a:t>累積平均−2g</a:t>
            </a:r>
            <a:r>
              <a:rPr lang="ja-JP" altLang="en-US" dirty="0"/>
              <a:t>」</a:t>
            </a:r>
            <a:r>
              <a:rPr dirty="0" err="1"/>
              <a:t>以上</a:t>
            </a:r>
            <a:endParaRPr dirty="0"/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・</a:t>
            </a:r>
            <a:r>
              <a:rPr dirty="0" err="1"/>
              <a:t>その日の体重が下限体重未満でないこと</a:t>
            </a:r>
            <a:endParaRPr dirty="0"/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・上記を3日連続で満たしていること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さし餌切り替えの条件：2回→1回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・現在がさし餌2回モード</a:t>
            </a:r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・その状態で体重が「累積平均−2g以上」を5日連続で維持</a:t>
            </a:r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・その5日間に赤アラート（下限体重割れ）が1度も出ていないこと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さし餌切り替えの条件：完全自立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・現在がさし餌1回モード</a:t>
            </a:r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・その状態で体重が「累積平均−2g以上」を7日連続で維持</a:t>
            </a:r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・その7日間に赤アラートが1度も出ていないこと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制作のポイント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/>
          </a:bodyPr>
          <a:lstStyle/>
          <a:p>
            <a:endParaRPr dirty="0"/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- Python（win32com）でExcelを自動操作</a:t>
            </a:r>
            <a:endParaRPr lang="en-US" dirty="0"/>
          </a:p>
          <a:p>
            <a:pPr marL="0" indent="0">
              <a:buNone/>
            </a:pPr>
            <a:r>
              <a:rPr lang="ja-JP" altLang="en-US" sz="1900"/>
              <a:t>　　</a:t>
            </a:r>
            <a:r>
              <a:rPr lang="en-US" altLang="ja-JP" sz="1900"/>
              <a:t>※</a:t>
            </a:r>
            <a:r>
              <a:rPr lang="en-US" altLang="ja-JP" sz="1900" b="1" dirty="0" err="1"/>
              <a:t>openpyxl</a:t>
            </a:r>
            <a:r>
              <a:rPr lang="ja-JP" altLang="en-US" sz="1900" dirty="0"/>
              <a:t>では現在起動中の</a:t>
            </a:r>
            <a:r>
              <a:rPr lang="en-US" altLang="ja-JP" sz="1900" dirty="0"/>
              <a:t>Excel</a:t>
            </a:r>
            <a:r>
              <a:rPr lang="ja-JP" altLang="en-US" sz="1900" dirty="0"/>
              <a:t>を直接操作が不可</a:t>
            </a:r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- </a:t>
            </a:r>
            <a:r>
              <a:rPr dirty="0" err="1"/>
              <a:t>日付・体重入力</a:t>
            </a:r>
            <a:r>
              <a:rPr dirty="0"/>
              <a:t> → </a:t>
            </a:r>
            <a:r>
              <a:rPr dirty="0" err="1"/>
              <a:t>自動判定・記録・色付け</a:t>
            </a:r>
            <a:endParaRPr dirty="0"/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- 生年月日を元に自動で日付生成（0〜90日）</a:t>
            </a:r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- さし餌回数（3→2→1→0）を連続日数と平均値から判断</a:t>
            </a:r>
          </a:p>
          <a:p>
            <a:pPr marL="0" indent="0">
              <a:spcAft>
                <a:spcPts val="400"/>
              </a:spcAft>
              <a:buNone/>
            </a:pPr>
            <a:r>
              <a:rPr dirty="0"/>
              <a:t>- </a:t>
            </a:r>
            <a:r>
              <a:rPr dirty="0" err="1"/>
              <a:t>下限体重を割ると警告を表示（赤色セル</a:t>
            </a:r>
            <a:r>
              <a:rPr dirty="0"/>
              <a:t>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8FBF0-61D5-FAFD-B238-01A532082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5053A-C382-8900-A13B-FA62359CA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苦労した点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CFD17-F6FA-1103-223B-492987E99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dirty="0"/>
          </a:p>
          <a:p>
            <a:pPr marL="0" indent="0">
              <a:spcAft>
                <a:spcPts val="400"/>
              </a:spcAft>
              <a:buNone/>
            </a:pPr>
            <a:r>
              <a:rPr lang="ja-JP" altLang="en-US" dirty="0"/>
              <a:t>さし餌の回数を減少する条件の定義や、緊急時（下限体重を下回った時）の運用をどうするか？</a:t>
            </a:r>
            <a:endParaRPr lang="en-US" altLang="ja-JP" dirty="0"/>
          </a:p>
          <a:p>
            <a:pPr marL="0" indent="0">
              <a:spcAft>
                <a:spcPts val="400"/>
              </a:spcAft>
              <a:buNone/>
            </a:pPr>
            <a:r>
              <a:rPr lang="ja-JP" altLang="en-US" dirty="0"/>
              <a:t>などの要件をクリアに設定するところが、特に苦労した点です</a:t>
            </a:r>
            <a:r>
              <a:rPr lang="en-US" altLang="ja-JP"/>
              <a:t>(-_-;)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1651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サイトマップ（フォルダ構成）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15AC260-D9B1-D507-84C2-0925BD7096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043" y="2596598"/>
            <a:ext cx="9001957" cy="1699597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435</Words>
  <Application>Microsoft Office PowerPoint</Application>
  <PresentationFormat>画面に合わせる (4:3)</PresentationFormat>
  <Paragraphs>73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オカメの気持ち （オカメインコのさし餌自立管理システム）</vt:lpstr>
      <vt:lpstr>コンセプト（要件定義）</vt:lpstr>
      <vt:lpstr>さし餌とは？</vt:lpstr>
      <vt:lpstr>オカメインコの成長とさし餌管理</vt:lpstr>
      <vt:lpstr>このプログラムの役割</vt:lpstr>
      <vt:lpstr>処理の流れ（Excel→Python→Excel）</vt:lpstr>
      <vt:lpstr>さし餌切り替えの条件：3回→2回</vt:lpstr>
      <vt:lpstr>さし餌切り替えの条件：2回→1回</vt:lpstr>
      <vt:lpstr>さし餌切り替えの条件：完全自立</vt:lpstr>
      <vt:lpstr>制作のポイント</vt:lpstr>
      <vt:lpstr>苦労した点</vt:lpstr>
      <vt:lpstr>サイトマップ（フォルダ構成）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28</cp:revision>
  <dcterms:created xsi:type="dcterms:W3CDTF">2013-01-27T09:14:16Z</dcterms:created>
  <dcterms:modified xsi:type="dcterms:W3CDTF">2025-09-19T02:48:22Z</dcterms:modified>
  <cp:category/>
</cp:coreProperties>
</file>